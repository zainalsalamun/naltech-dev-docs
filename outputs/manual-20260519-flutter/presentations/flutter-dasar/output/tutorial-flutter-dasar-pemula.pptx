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3dfa4b44b4ccf" /><Relationship Type="http://schemas.openxmlformats.org/officeDocument/2006/relationships/extended-properties" Target="/docProps/app.xml" Id="R2a724fe509024e00" /><Relationship Type="http://schemas.openxmlformats.org/officeDocument/2006/relationships/officeDocument" Target="/ppt/presentation.xml" Id="R8f2a7beae6d6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2c73ad48e14cb3"/>
  </p:sldMasterIdLst>
  <p:notesMasterIdLst>
    <p:notesMasterId xmlns:r="http://schemas.openxmlformats.org/officeDocument/2006/relationships" r:id="R76d66dd524ef4b4d"/>
  </p:notesMasterIdLst>
  <p:sldIdLst>
    <p:sldId xmlns:r="http://schemas.openxmlformats.org/officeDocument/2006/relationships" id="256" r:id="R7f22473f2f8746f8"/>
    <p:sldId xmlns:r="http://schemas.openxmlformats.org/officeDocument/2006/relationships" id="257" r:id="R45bee73a712d436d"/>
    <p:sldId xmlns:r="http://schemas.openxmlformats.org/officeDocument/2006/relationships" id="258" r:id="R57337c2cf2a24bd8"/>
    <p:sldId xmlns:r="http://schemas.openxmlformats.org/officeDocument/2006/relationships" id="259" r:id="Rad95ddbfcecc417e"/>
    <p:sldId xmlns:r="http://schemas.openxmlformats.org/officeDocument/2006/relationships" id="260" r:id="Ra7694137b7d74696"/>
    <p:sldId xmlns:r="http://schemas.openxmlformats.org/officeDocument/2006/relationships" id="261" r:id="Rfe42ed38f2874757"/>
    <p:sldId xmlns:r="http://schemas.openxmlformats.org/officeDocument/2006/relationships" id="262" r:id="R02884d08157448b3"/>
    <p:sldId xmlns:r="http://schemas.openxmlformats.org/officeDocument/2006/relationships" id="263" r:id="Ra95a4ca8cd324af2"/>
    <p:sldId xmlns:r="http://schemas.openxmlformats.org/officeDocument/2006/relationships" id="264" r:id="Rb64d455590154420"/>
    <p:sldId xmlns:r="http://schemas.openxmlformats.org/officeDocument/2006/relationships" id="265" r:id="R071862b026754cc2"/>
    <p:sldId xmlns:r="http://schemas.openxmlformats.org/officeDocument/2006/relationships" id="266" r:id="R4af7067567a741fe"/>
    <p:sldId xmlns:r="http://schemas.openxmlformats.org/officeDocument/2006/relationships" id="267" r:id="R2980da3a62d843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c73ad48e14cb3" /><Relationship Type="http://schemas.openxmlformats.org/officeDocument/2006/relationships/theme" Target="/ppt/theme/theme1.xml" Id="R08da93d7771d4ec6" /><Relationship Type="http://schemas.openxmlformats.org/officeDocument/2006/relationships/notesMaster" Target="/ppt/notesMasters/notesMaster1.xml" Id="R76d66dd524ef4b4d" /><Relationship Type="http://schemas.openxmlformats.org/officeDocument/2006/relationships/presProps" Target="/ppt/presProps.xml" Id="R62a8f546f84b48c4" /><Relationship Type="http://schemas.openxmlformats.org/officeDocument/2006/relationships/viewProps" Target="/ppt/viewProps.xml" Id="Rf1e932e5d4204343" /><Relationship Type="http://schemas.openxmlformats.org/officeDocument/2006/relationships/tableStyles" Target="/ppt/tableStyles.xml" Id="R3e8a41f5a4e1461e" /><Relationship Type="http://schemas.openxmlformats.org/officeDocument/2006/relationships/slide" Target="/ppt/slides/slide1.xml" Id="R7f22473f2f8746f8" /><Relationship Type="http://schemas.openxmlformats.org/officeDocument/2006/relationships/slide" Target="/ppt/slides/slide2.xml" Id="R45bee73a712d436d" /><Relationship Type="http://schemas.openxmlformats.org/officeDocument/2006/relationships/slide" Target="/ppt/slides/slide3.xml" Id="R57337c2cf2a24bd8" /><Relationship Type="http://schemas.openxmlformats.org/officeDocument/2006/relationships/slide" Target="/ppt/slides/slide4.xml" Id="Rad95ddbfcecc417e" /><Relationship Type="http://schemas.openxmlformats.org/officeDocument/2006/relationships/slide" Target="/ppt/slides/slide5.xml" Id="Ra7694137b7d74696" /><Relationship Type="http://schemas.openxmlformats.org/officeDocument/2006/relationships/slide" Target="/ppt/slides/slide6.xml" Id="Rfe42ed38f2874757" /><Relationship Type="http://schemas.openxmlformats.org/officeDocument/2006/relationships/slide" Target="/ppt/slides/slide7.xml" Id="R02884d08157448b3" /><Relationship Type="http://schemas.openxmlformats.org/officeDocument/2006/relationships/slide" Target="/ppt/slides/slide8.xml" Id="Ra95a4ca8cd324af2" /><Relationship Type="http://schemas.openxmlformats.org/officeDocument/2006/relationships/slide" Target="/ppt/slides/slide9.xml" Id="Rb64d455590154420" /><Relationship Type="http://schemas.openxmlformats.org/officeDocument/2006/relationships/slide" Target="/ppt/slides/slide10.xml" Id="R071862b026754cc2" /><Relationship Type="http://schemas.openxmlformats.org/officeDocument/2006/relationships/slide" Target="/ppt/slides/slide11.xml" Id="R4af7067567a741fe" /><Relationship Type="http://schemas.openxmlformats.org/officeDocument/2006/relationships/slide" Target="/ppt/slides/slide12.xml" Id="R2980da3a62d843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629ec6e819640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e1f9d064154d43" /><Relationship Type="http://schemas.openxmlformats.org/officeDocument/2006/relationships/notesMaster" Target="/ppt/notesMasters/notesMaster1.xml" Id="Re8a1a2fe2fbd47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cd92fb80a49ae" /><Relationship Type="http://schemas.openxmlformats.org/officeDocument/2006/relationships/notesMaster" Target="/ppt/notesMasters/notesMaster1.xml" Id="R7d846202fc4f46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0108900e24595" /><Relationship Type="http://schemas.openxmlformats.org/officeDocument/2006/relationships/notesMaster" Target="/ppt/notesMasters/notesMaster1.xml" Id="Raa328fb767ac41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2c76be1e664432" /><Relationship Type="http://schemas.openxmlformats.org/officeDocument/2006/relationships/notesMaster" Target="/ppt/notesMasters/notesMaster1.xml" Id="R5c5b75b1ce3b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01f3ca6e7d4194" /><Relationship Type="http://schemas.openxmlformats.org/officeDocument/2006/relationships/notesMaster" Target="/ppt/notesMasters/notesMaster1.xml" Id="R71a70fcde48846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93be2c4567413c" /><Relationship Type="http://schemas.openxmlformats.org/officeDocument/2006/relationships/notesMaster" Target="/ppt/notesMasters/notesMaster1.xml" Id="R4c487a3dd50745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ffac8d6f97442b" /><Relationship Type="http://schemas.openxmlformats.org/officeDocument/2006/relationships/notesMaster" Target="/ppt/notesMasters/notesMaster1.xml" Id="R53246287b3af49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2ed775c01a4db5" /><Relationship Type="http://schemas.openxmlformats.org/officeDocument/2006/relationships/notesMaster" Target="/ppt/notesMasters/notesMaster1.xml" Id="R8f9f25a3301f46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6a5d7e85ed4dc6" /><Relationship Type="http://schemas.openxmlformats.org/officeDocument/2006/relationships/notesMaster" Target="/ppt/notesMasters/notesMaster1.xml" Id="R1f1a32d61d3f4d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fd397b93f341ed" /><Relationship Type="http://schemas.openxmlformats.org/officeDocument/2006/relationships/notesMaster" Target="/ppt/notesMasters/notesMaster1.xml" Id="R07e16762a94846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03885f6c2d4a05" /><Relationship Type="http://schemas.openxmlformats.org/officeDocument/2006/relationships/notesMaster" Target="/ppt/notesMasters/notesMaster1.xml" Id="R265e45e7027547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d841709ad14df5" /><Relationship Type="http://schemas.openxmlformats.org/officeDocument/2006/relationships/notesMaster" Target="/ppt/notesMasters/notesMaster1.xml" Id="Rf20e0a9de4d046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dda155653493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d679440a3094834" /><Relationship Type="http://schemas.openxmlformats.org/officeDocument/2006/relationships/slideLayout" Target="/ppt/slideLayouts/slideLayout2.xml" Id="R14355e60ffdb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355e60ffdb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f53dcc738e4d41" /><Relationship Type="http://schemas.openxmlformats.org/officeDocument/2006/relationships/notesSlide" Target="/ppt/notesSlides/notesSlide1.xml" Id="R6115649c095f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fb376d927430a" /><Relationship Type="http://schemas.openxmlformats.org/officeDocument/2006/relationships/notesSlide" Target="/ppt/notesSlides/notesSlide2.xml" Id="R9ad02c13c68e41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1576020574289" /><Relationship Type="http://schemas.openxmlformats.org/officeDocument/2006/relationships/notesSlide" Target="/ppt/notesSlides/notesSlide3.xml" Id="R112227a8d44c4e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b0b473a754da8" /><Relationship Type="http://schemas.openxmlformats.org/officeDocument/2006/relationships/notesSlide" Target="/ppt/notesSlides/notesSlide4.xml" Id="Rb28c99414dd249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0cf9dd0e24689" /><Relationship Type="http://schemas.openxmlformats.org/officeDocument/2006/relationships/notesSlide" Target="/ppt/notesSlides/notesSlide5.xml" Id="Reb898a93b96a41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7dd6a8ce8441fa" /><Relationship Type="http://schemas.openxmlformats.org/officeDocument/2006/relationships/notesSlide" Target="/ppt/notesSlides/notesSlide6.xml" Id="Rda1fcffd803f41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aca6fca0d44c3" /><Relationship Type="http://schemas.openxmlformats.org/officeDocument/2006/relationships/notesSlide" Target="/ppt/notesSlides/notesSlide7.xml" Id="R21caa7a678a041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56cf7446f6474b" /><Relationship Type="http://schemas.openxmlformats.org/officeDocument/2006/relationships/notesSlide" Target="/ppt/notesSlides/notesSlide8.xml" Id="R8e2c11ac668b49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2d30c87fc9415b" /><Relationship Type="http://schemas.openxmlformats.org/officeDocument/2006/relationships/notesSlide" Target="/ppt/notesSlides/notesSlide9.xml" Id="R2dc9d53c384f41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ace76882b48eb" /><Relationship Type="http://schemas.openxmlformats.org/officeDocument/2006/relationships/notesSlide" Target="/ppt/notesSlides/notesSlide10.xml" Id="Re3b75d1f4d9847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a6d1d54e8a4c01" /><Relationship Type="http://schemas.openxmlformats.org/officeDocument/2006/relationships/notesSlide" Target="/ppt/notesSlides/notesSlide11.xml" Id="Rbe49fbd09e934c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1f0fd84fc24701" /><Relationship Type="http://schemas.openxmlformats.org/officeDocument/2006/relationships/notesSlide" Target="/ppt/notesSlides/notesSlide12.xml" Id="R11de2f96521440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5A2B6-BBDA-4A26-902B-D64B1AC7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B6E2B-25AD-44FA-8D91-3E67BA39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16ECFA-B86E-420D-9472-1ED9030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5004CE-29DC-4AF7-9263-9E60C5C6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FONDASI BELAJAR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425DF-50C1-45F1-8660-23A9976F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Flutter terasa mudah saat dipelajari sebagai loop kecil yang berulang.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5315B-10C4-4A7B-9AE8-CB878903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Deck ringkas untuk pemula: dari setup, widget, state, navigasi, form, sampai mini project catatan belajar.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D1A5D-4A9E-4DCE-B23C-0AD91473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5530F-8CC8-487E-9299-305A0C95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UI = f(data)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B3C42-E75E-4D86-80ED-9AE082E8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121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BAC38-8FC8-4981-8039-D2037F8C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4C381-CBD6-434B-8FB2-8EA46E13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Susun widget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7CF5A-64E7-4865-85BA-B8BD724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47875"/>
            <a:ext cx="121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C3FF2-B9F1-433E-BF9E-7BF8B324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2ECCA-18BE-4C59-9A93-9029B383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098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Tampilkan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8061C-1AAF-49CD-BAD4-CE7F9DD8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57625"/>
            <a:ext cx="121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109C9-24A5-445C-8DC9-F3538970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99095-0B55-4B71-BE55-DF7F5409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195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Tangkap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FBDA0-4EA3-4B3D-B53C-DDB6D709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57625"/>
            <a:ext cx="121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F9C35-1EB4-4829-93F5-8C91919B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C2997-F946-4062-9191-4DB768D4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Ubah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6F4B1-73DF-4038-866C-A93B6941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43551-FDFD-4677-8C27-3B87BA4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14625"/>
            <a:ext cx="28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08C8AD-1AF7-42BE-B206-B5E9EC8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BE997-F3FD-4D8B-8D8F-9FA1ECC0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14625"/>
            <a:ext cx="28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16EC4-AD9B-4152-A76D-E44A501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1732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EC7A5-B822-466A-BF77-6F3D81C3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34025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Target: bisa membuat aplikasi kecil sendiri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5D11A-FECF-49AC-A7BF-25CB0F6D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01</a:t>
            </a:r>
          </a:p>
        </p:txBody>
      </p:sp>
    </p:spTree>
    <p:extLst>
      <p:ext uri="{BB962C8B-B14F-4D97-AF65-F5344CB8AC3E}">
        <p14:creationId xmlns:p14="http://schemas.microsoft.com/office/powerpoint/2010/main" val="1148040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84B6D-6107-4940-8117-9F456FA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CEC4E-7550-4547-A75D-6BFE7B9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784361-1517-464A-A3BA-63767661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6BA559-ED66-408B-A71B-3DEACF53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SETUP PERTAMA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5D59A-0CAB-441E-9F60-32404444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Goal pertama bukan hafal semua widget, tapi aplikasi berhasil jalan.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F8447-B384-4D0A-9837-F26DE83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C2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1338-0DFC-4289-8D23-F7962181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C2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8C25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C306D-9CA2-43B4-9A73-70381F22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Flutter SDK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205B5-1083-412A-BB84-2B47E414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Pasang SDK dan masukkan ke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5B91E-4228-49E5-BFB5-1BE6B23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C2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DC85D-9827-45C7-8428-8ED07F9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C2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8C25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5DB5A-0049-4A1C-88E1-A32D5D44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Editor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C0622-A54F-4730-9DAE-406C0439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Gunakan VS Code atau Android Studio.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C3C01-DB84-4D22-A754-E768641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C2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CC063-E94C-486E-A5E9-744F3A56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C2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8C25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207D2-25E9-404D-BD0D-172809AB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53512-BE58-44C0-B0D5-2493DCDB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Siapkan emulator atau device fisik.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4C06D-1BAF-4270-BB59-EAA548E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19050">
            <a:solidFill>
              <a:srgbClr val="78C2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B73C1-292C-44FC-8A70-16E41A33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5858A-E9CA-4C2E-8E4C-8D2C0F8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3D62B-0463-437A-9169-2C15A4B2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Perbaiki checklist sampai siap run.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13F79-4D29-4329-BFC6-A6E2925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095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30"/>
          </a:solidFill>
          <a:ln xmlns:a="http://schemas.openxmlformats.org/drawingml/2006/main" w="9525">
            <a:solidFill>
              <a:srgbClr val="2F59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EF9AC-F04B-43E5-B419-F4BE319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28850"/>
            <a:ext cx="37528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flutter doctor</a:t>
            </a:r>
          </a:p>
          <a:p xmlns:a="http://schemas.openxmlformats.org/drawingml/2006/main">
            <a:pPr algn="l">
              <a:def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flutter devices</a:t>
            </a:r>
          </a:p>
          <a:p xmlns:a="http://schemas.openxmlformats.org/drawingml/2006/main">
            <a:pPr algn="l">
              <a:def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flutter create belajar_flutter</a:t>
            </a:r>
          </a:p>
          <a:p xmlns:a="http://schemas.openxmlformats.org/drawingml/2006/main">
            <a:pPr algn="l">
              <a:def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cd belajar_flutter</a:t>
            </a:r>
          </a:p>
          <a:p xmlns:a="http://schemas.openxmlformats.org/drawingml/2006/main">
            <a:pPr algn="l">
              <a:def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flutter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5B139-F170-455F-B4C3-1D696E82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Tip presentasi: demo terbaik untuk pemula adalah mengubah teks kecil lalu tekan save untuk melihat hot reload.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8C670-42D0-4BDD-9D17-BA464B7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02</a:t>
            </a:r>
          </a:p>
        </p:txBody>
      </p:sp>
    </p:spTree>
    <p:extLst>
      <p:ext uri="{BB962C8B-B14F-4D97-AF65-F5344CB8AC3E}">
        <p14:creationId xmlns:p14="http://schemas.microsoft.com/office/powerpoint/2010/main" val="15759219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AC34F9-38DB-4E02-BC4C-A7F097F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580FA-EF75-40B1-A841-1BD7A9C3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27B322-0000-4A40-8BB5-6135C695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2BD602-E344-4AEA-B5C9-713AF2AE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STRUKTUR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79063-668E-43B2-B75A-39EA8951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Sebagian besar hari belajar akan terjadi di lib dan pubspec.yaml.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4ED0C-2B21-4B26-9BA3-BA55DBD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D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685F0-BA29-4655-975F-F13D7AC0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6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D6B6F"/>
                </a:solidFill>
                <a:latin typeface="Aptos Mono"/>
                <a:ea typeface="Aptos Mono"/>
                <a:cs typeface="Aptos Mono"/>
              </a:rPr>
              <a:t>android/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84305-5E60-43A7-A6F7-62CA419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193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Konfigurasi native Android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A3CB5-FED8-4A86-B229-E1A0FBDC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6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D6B6F"/>
                </a:solidFill>
                <a:latin typeface="Aptos Mono"/>
                <a:ea typeface="Aptos Mono"/>
                <a:cs typeface="Aptos Mono"/>
              </a:rPr>
              <a:t>ios/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6E13D-EFEF-4704-8217-26CFFC2E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146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Konfigurasi native 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8FE6C-4DA3-482B-9976-D8224A70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03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7914F-EBAE-4DE9-84D3-B020988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2027"/>
                </a:solidFill>
                <a:latin typeface="Aptos Mono"/>
                <a:ea typeface="Aptos Mono"/>
                <a:cs typeface="Aptos Mono"/>
              </a:rPr>
              <a:t>lib/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B0E44-2708-47B5-8BAF-F10678C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099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Tempat utama kode Dart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D0A90-7962-49A4-8F4C-A494DDE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403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95F9B-9B70-4C84-8D71-FA4DF58F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2027"/>
                </a:solidFill>
                <a:latin typeface="Aptos Mono"/>
                <a:ea typeface="Aptos Mono"/>
                <a:cs typeface="Aptos Mono"/>
              </a:rPr>
              <a:t>  main.dart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421EB-EEA2-463C-9D5A-EBC50725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052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Entry point aplikasi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45510-02D1-46E8-9CAC-616E67FD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6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D6B6F"/>
                </a:solidFill>
                <a:latin typeface="Aptos Mono"/>
                <a:ea typeface="Aptos Mono"/>
                <a:cs typeface="Aptos Mono"/>
              </a:rPr>
              <a:t>test/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2BB82-420C-4533-8797-63E76231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005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Unit dan widget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66F32-525A-4506-83C6-1CF92225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403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1907F-B662-471D-B51C-9911E2BE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2027"/>
                </a:solidFill>
                <a:latin typeface="Aptos Mono"/>
                <a:ea typeface="Aptos Mono"/>
                <a:cs typeface="Aptos Mono"/>
              </a:rPr>
              <a:t>pubspec.yaml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E903D-9C5C-4E40-ABAD-199EC9A5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958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Dependency, asset, font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676CD-5C77-4F67-8DE6-08E5837C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38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EB648-F7AF-4476-B84B-8D6D045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3619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54D2A-320B-457F-90D4-1E2CCAF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Pola folder saat mulai rapi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52611-E098-456D-8074-82A6DCA4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lib/pages/</a:t>
            </a:r>
          </a:p>
          <a:p xmlns:a="http://schemas.openxmlformats.org/drawingml/2006/main">
            <a:pPr algn="l">
              <a:def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lib/widgets/</a:t>
            </a:r>
          </a:p>
          <a:p xmlns:a="http://schemas.openxmlformats.org/drawingml/2006/main">
            <a:pPr algn="l">
              <a:def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lib/models/</a:t>
            </a:r>
          </a:p>
          <a:p xmlns:a="http://schemas.openxmlformats.org/drawingml/2006/main">
            <a:pPr algn="l">
              <a:def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lib/services/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FB5CC-3BBE-40A8-B274-898F35C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3543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Mulai sederhana. Pisahkan file saat kode mulai panjang, bukan sebelum paham alurnya.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F0F696-A5E5-40CC-8BCA-E78467CC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03</a:t>
            </a:r>
          </a:p>
        </p:txBody>
      </p:sp>
    </p:spTree>
    <p:extLst>
      <p:ext uri="{BB962C8B-B14F-4D97-AF65-F5344CB8AC3E}">
        <p14:creationId xmlns:p14="http://schemas.microsoft.com/office/powerpoint/2010/main" val="8740693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96F9F-7BE7-415C-B629-674AA7DC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DC578-2E11-46D5-96BD-0B266628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0B744D-479A-4EE5-A0F0-64B9CACC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C9C1E4-3112-4D90-8DCF-1174B5DF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DART SECUKUPNYA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D1DE7-28E8-4BAB-A72A-6245A155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Untuk mulai Flutter, kuasai Dart yang langsung dipakai di layar.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1D89E-F209-48E8-96E5-EEE4D1C7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5942B-B1C6-4567-B439-E120FFD0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Variable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CD5B1-2888-4870-8794-1696E647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String, int, double, bool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0C39B-5A38-419E-BAD3-BFA2E51F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A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C047-5A46-4991-8168-E92A7E4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final &amp; const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28652-4997-4DB9-B646-62042127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38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Nilai yang tidak berubah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48496-20C8-489D-A3C1-A2A0033C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193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D7FDE-194D-4B73-B905-7386A8BD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717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368AA-12C1-4A8C-96A7-01A284C1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38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Aksi yang bisa dipanggil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460A9-B266-45C8-8A6E-47649221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A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B3C5B-E43F-431B-B0BB-BE67526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List &amp;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D00C5-3E58-4A3B-8121-737CC65B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Kumpulan data untuk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2DDE1-5A77-446E-A8A6-17F9C51B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CB5E8-314B-4A3C-A647-E269F4A5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38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CEC46-B3AD-4C72-91EE-3F31B364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5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Model data aplikasi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33B83-4CBD-493B-BF54-16CC8F08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A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7EA37-FE6B-45B3-AE03-2A45A31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38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Null safety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1E45B-EC1E-465A-B1C3-181F705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05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Aman dari nilai kosong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7FF0F-B616-451C-9E84-E4FEB730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1432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30"/>
          </a:solidFill>
          <a:ln xmlns:a="http://schemas.openxmlformats.org/drawingml/2006/main" w="9525">
            <a:solidFill>
              <a:srgbClr val="2F596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B0E54-5C98-4873-B143-F05046F8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28003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class User {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final String nama;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final String? alamat;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User({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  required this.nama,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  this.alamat,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});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42918-CD7A-42FE-88CC-BD5D31B6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Kunci belajar: pahami tipe data dan class model sebelum masuk API atau database.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80E4F5-476C-4158-9679-F8677691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04</a:t>
            </a:r>
          </a:p>
        </p:txBody>
      </p:sp>
    </p:spTree>
    <p:extLst>
      <p:ext uri="{BB962C8B-B14F-4D97-AF65-F5344CB8AC3E}">
        <p14:creationId xmlns:p14="http://schemas.microsoft.com/office/powerpoint/2010/main" val="12468905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08227-4493-4A74-B24B-15D599F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3D926-646A-40D3-A2B5-A774C17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A6A6B1-CCE0-41FA-89BB-EE48535E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2D0279-548B-489C-9863-27E5C2F8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DFAA4-8DB5-4882-AEF5-60DEC529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90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Widget adalah grammar UI: satu layar hanyalah pohon widget.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58631-4144-496C-8DDE-A6C5C08B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220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CC16E-D883-4987-ACC2-4732C126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766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AC889-A9D8-43BE-B25D-DBD4C7EF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57600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24984-37FB-4EEC-B67B-EED22612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5760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8F1DF-586F-49ED-A841-F822E6DF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5760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D8AC8-E274-4D71-A669-B7C950FE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5760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BAB37-8EAE-45F6-B7AB-453BC6D1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815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4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5D89E-286E-471E-AB14-ACCC4FBE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9525">
            <a:solidFill>
              <a:srgbClr val="173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4D26B-7CA6-4F66-9CEE-14A02B30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97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B18F2-FE1C-4F9A-A220-4EB9EF6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9525">
            <a:solidFill>
              <a:srgbClr val="00A6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EB4A6-6ABD-48E2-8312-BC87C5DE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Scaffold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27867-D3DF-4D82-9529-AD76AE04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135D7-408A-40CA-B6BD-0E37EF2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290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AppBar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00014-79DA-4A9C-B42F-B9C544C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28114-4930-493F-92C4-90D0FD08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290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Body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B811D-DF45-4AEE-83E8-F3A87BF1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7BE86-C446-4A48-8111-FE3C10C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27A44-8FC5-47EC-90C7-83902F6E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9525">
            <a:solidFill>
              <a:srgbClr val="E7F8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70AE6-8BD7-4410-8F5F-1585AA00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577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Column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B542D-C38E-493C-9F39-7BAF6F4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00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Saat bingung layout, tanyakan: parent-nya siapa, child-nya apa, dan arah susunnya ke mana?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85F72-406B-4585-A28E-971B1F1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05</a:t>
            </a:r>
          </a:p>
        </p:txBody>
      </p:sp>
    </p:spTree>
    <p:extLst>
      <p:ext uri="{BB962C8B-B14F-4D97-AF65-F5344CB8AC3E}">
        <p14:creationId xmlns:p14="http://schemas.microsoft.com/office/powerpoint/2010/main" val="20368279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594FA-A88C-43AB-A1B6-A401D106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940A6-1DBB-418D-9222-6C28867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3F0597E-7723-47FC-95BA-E8BA7C88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C20430-95EF-49EC-843C-33CC9FF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LAYOUT DASAR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25BA0-D41D-414A-93AF-2F1A2AAB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Pilih layout dari pertanyaan sederhana, bukan dari hafalan.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171E8-50A8-42BF-B5E0-9343B91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1732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1B5D3-9505-4EEE-A2B9-8E911C5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526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Perlu susun vertikal?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3E32D-CC0D-482D-AB70-09223735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86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F7EFE-F6E7-4FD3-91FA-3775D73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526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Column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FE574-8B71-46BA-8E9D-C0E144B0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173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54DF6-0E8A-45A8-9784-B061C68A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5757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Perlu susun horizontal?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CB7F4-E9E6-4ECB-A49B-AD91E4DD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90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78C2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4880D-EEE9-4C78-8FAC-92DB7E5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575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D8BE7-94CF-4692-AA37-BAB3AD0F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173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41311-2B7D-4693-B678-843081AB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526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Perlu jarak?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55461-CD8F-457F-9891-5A1F2714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F6B9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4B445-F82F-4950-AF43-189253CC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526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Padding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DB098-FF2A-4A34-9A47-0E0EB9DF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173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C4998-F42B-4E9F-A5BE-BA7DA077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5757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Perlu gaya kotak?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47E96-9D19-4277-96CD-9E549A0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EF6F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8542E-ACF5-4B49-A9D7-02F382D9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575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Container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CA921-CE5D-4136-B891-5505B6AD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CFAF4-CE4F-46E0-B10F-771C47E7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528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8DE44-6D9E-403D-9B4C-85E4739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F1EFC-677A-41D9-8531-9DD294C7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52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D3B8E-074E-4741-B467-313A815E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Tambahan penting: gunakan Expanded saat child harus mengisi ruang kosong, dan SingleChildScrollView saat konten bisa lebih panjang dari layar.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CAD5F-83CE-41F8-87A9-4B55D89E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06</a:t>
            </a:r>
          </a:p>
        </p:txBody>
      </p:sp>
    </p:spTree>
    <p:extLst>
      <p:ext uri="{BB962C8B-B14F-4D97-AF65-F5344CB8AC3E}">
        <p14:creationId xmlns:p14="http://schemas.microsoft.com/office/powerpoint/2010/main" val="19854260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3B8C5-109F-4B8A-A624-BB655072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8956E-CED3-435B-86EA-36A14BAB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8871650-85AB-4DBE-A80B-F63F8EED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898C3C-AA93-49E2-BB88-A2383F5A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BC5C6-CCAA-4B54-B65E-9E3BE35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State menjawab pertanyaan: data apa yang membuat layar berubah?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AAEB4-B764-4931-AB08-1606140F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E40B7-4151-493A-A1C9-74A0227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3FF93-7813-4C5D-893A-64CB38AC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Tombol ditekan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364CD-4EEE-4ED3-9D8C-B98F594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0CB15-351F-41AF-BC07-31176C46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860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B1305-E722-4165-80A8-664E183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289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diubah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3ECE6-FDC2-4DCB-958C-54DEAAE0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B53A2-B41E-4377-95BD-6862994A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BEB28-37EC-48BD-BD06-3EB66004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UI digambar ulang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AB292-EB18-49A2-9BD5-0EDDBCAA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8B57D-FEBF-4FE8-ACE2-26153EE9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 screen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8A55D-2822-47CB-87DB-621E15D5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Tampilan terbaru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6A8EE-71F2-4CD4-A9DB-1A506D13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43225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8C470-78C4-4C23-979A-8942B952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43225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7EDA3-BF68-447E-A2C8-E8125BFC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43225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00AE4-4336-4CBB-9773-0F77DDB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D32"/>
          </a:solidFill>
          <a:ln xmlns:a="http://schemas.openxmlformats.org/drawingml/2006/main" w="9525">
            <a:solidFill>
              <a:srgbClr val="2F596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6E0B2-B536-4DB4-837C-BCFAF99D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setState(() {</a:t>
            </a:r>
          </a:p>
          <a:p xmlns:a="http://schemas.openxmlformats.org/drawingml/2006/main">
            <a:pPr algn="l">
              <a:defRPr sz="1350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count++;</a:t>
            </a:r>
          </a:p>
          <a:p xmlns:a="http://schemas.openxmlformats.org/drawingml/2006/main">
            <a:pPr algn="l">
              <a:defRPr sz="1350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});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90AE9-2655-45BF-9EF1-32471733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005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Gunakan StatefulWidget untuk counter, checkbox, form, loading, tab, atau data yang berubah selama halaman hidup.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19EA5-595B-4592-9E1A-84D9361D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07</a:t>
            </a:r>
          </a:p>
        </p:txBody>
      </p:sp>
    </p:spTree>
    <p:extLst>
      <p:ext uri="{BB962C8B-B14F-4D97-AF65-F5344CB8AC3E}">
        <p14:creationId xmlns:p14="http://schemas.microsoft.com/office/powerpoint/2010/main" val="10086311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426585-CAA3-4E98-BCA5-F02460B0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94762-8CB9-4DC4-A8B4-4828D1BD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305187-2552-4E6D-8312-5505EB07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819EAB-51C8-4A00-AE43-76B48C2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NAVIGASI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DFC52-C2F0-4ED5-967D-962EA907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Navigasi dasar Flutter bekerja seperti tumpukan halaman.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EBA51-24B7-43FF-B075-54DFBEA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58B63-9D25-462A-877E-AAD77F30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576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HomePage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6938E-D390-4F50-9AB1-16E558A3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82E06-B2A4-4F16-BF2E-A2D6E6A7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956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DetailPage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C0D1D-9F00-41BF-8B7B-2423613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594CB-7008-4374-97D4-9E021B7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336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AddNotePage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38D5C-2465-47FA-8250-8945727B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3467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push menaruh halaman baru di atas stack. pop mengambil halaman paling atas dan kembali ke halaman sebelumnya.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120DD-138D-493E-8AC2-483F916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6101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30"/>
          </a:solidFill>
          <a:ln xmlns:a="http://schemas.openxmlformats.org/drawingml/2006/main" w="9525">
            <a:solidFill>
              <a:srgbClr val="2F59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CF786-70E5-442C-9BAE-FE1B262B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267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Navigator.push(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context,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MaterialPageRoute(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  builder: (_) =&gt; const DetailPage(),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  ),</a:t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7F5F2"/>
                </a:solidFill>
                <a:latin typeface="Aptos Mono"/>
                <a:ea typeface="Aptos Mono"/>
                <a:cs typeface="Aptos Mono"/>
              </a:rPr>
              <a:t>Navigator.pop(context);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95000-0EF1-4FE3-A01E-4884F26D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08</a:t>
            </a:r>
          </a:p>
        </p:txBody>
      </p:sp>
    </p:spTree>
    <p:extLst>
      <p:ext uri="{BB962C8B-B14F-4D97-AF65-F5344CB8AC3E}">
        <p14:creationId xmlns:p14="http://schemas.microsoft.com/office/powerpoint/2010/main" val="1819764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562C0-31F5-4ACB-B1A4-888F934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DCB22-388C-44B0-8D11-6E2B7F7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304DD2-EF29-4F42-8B18-4F7CCF13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B7DBE5-80EC-4EFF-A84A-F1A7AA18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INPUT DAN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16B89-8C00-4156-B2E0-BECD127A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52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Form menghubungkan ketikan user ke keputusan aplikasi.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03C44-D188-4C09-8338-01D5A5FF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6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7A2F7-2F4F-441C-BE77-BF4B084B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3DCB4-A54C-48BD-9DE5-A576615A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C6E99-85C4-407B-A124-813393F2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User mengetik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D9FAD-BE61-4F0E-A151-21FCA8CB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8C2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C5A5E-19A1-4D90-80EF-9F3B78FA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63FDE-F4CD-4A41-AD2D-B2A0BE42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955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55922-16E2-4D8B-9F4C-F89C387E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718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Membaca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A1E38-5FD2-49D6-BBDE-00AC976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B9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5CA81-8031-4ED5-9515-690B0A49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BD920-978B-44CF-B3B7-6A401ACB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9FF46-0F6D-4BBF-950E-70F0A996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Cek kosong atau 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34670-D8DE-41C8-BA2B-0C3F269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F6F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322BA-5DA4-4147-918E-10A87CA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5986D-894C-40FF-8AC2-DDD28EDE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955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AEAE6-12D2-4EF7-9DC8-E86898F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Login, simpan, kirim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2F7AC-586F-4A6E-ABCA-433B5252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908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3B499-FA62-4DD4-9B92-B8DF30B1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908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7EE23-8126-4FA3-B81C-F9C0E355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E2AB1-BB6F-4A8F-8609-A6AA4621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672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041CA-7CD7-45ED-A6D1-D8E5D74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Biasakan dispose controller agar resource dibersihkan saat halaman ditutup.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B9EB4-52FB-460C-B8EB-8FF6422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09</a:t>
            </a:r>
          </a:p>
        </p:txBody>
      </p:sp>
    </p:spTree>
    <p:extLst>
      <p:ext uri="{BB962C8B-B14F-4D97-AF65-F5344CB8AC3E}">
        <p14:creationId xmlns:p14="http://schemas.microsoft.com/office/powerpoint/2010/main" val="17741797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92BBA-7AFC-4821-84E1-8AE88688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FE8BD-B3C1-4C5B-9770-0CCE8568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B538D6-078D-4502-A65A-D88FE400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331B0C-1790-4CE4-A89F-5E16372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APLIKASI NYATA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E5AEC-4DD5-4E54-BE17-0A908032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Setelah UI dasar, naikkan kemampuan aplikasi satu tangga setiap kali.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BFDDA-22B4-49A1-8770-C23543D7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307B6-34D0-4364-8EB4-3DB26FF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ListView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EEEAE-16CA-4A6E-9742-44363DC4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Tampilkan banyak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FDC21-C2FA-4541-8AF9-F6DB1D6C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814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1BCEE-6F7F-402D-B5BB-940E8F61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33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CDBCF-6571-4AA0-808F-D4CF7EB6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Buat struktur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1DED-58BE-428C-B251-8E8A3043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9C15B-3E68-4AEC-9986-58168D12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3115C-8CCB-453F-A922-6A3E12E7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Ambil JSON dari internet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65D10-1A8C-4A87-9D68-BEC5A72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E79EE-18C6-4C7F-BCA4-954ADAF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289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2CAA9-C385-49D7-8BAF-5CA86DE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Kelola loading dan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03324-2F13-4913-A6EC-EDF28E4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36A3F-31AD-43B2-9B8A-5FDA8E4E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Local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CF245-4DE1-43C4-810C-D5054CE2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Simpan preferensi kecil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62CE0-C527-4D69-8C04-A941A94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Jangan lompat terlalu cepat ke arsitektur kompleks. Pastikan dulu paham alur data dari API atau input sampai muncul di widget.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D5F1B-A416-4DD5-8A46-C5ADB58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10</a:t>
            </a:r>
          </a:p>
        </p:txBody>
      </p:sp>
    </p:spTree>
    <p:extLst>
      <p:ext uri="{BB962C8B-B14F-4D97-AF65-F5344CB8AC3E}">
        <p14:creationId xmlns:p14="http://schemas.microsoft.com/office/powerpoint/2010/main" val="251633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8E6DA-BABE-4D4E-91E4-0F5DB8C4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D5DDC-6F91-4265-90AD-BA2F9BEF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992516-D9A6-456B-B590-CB5EC3A1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49A6A3-00D3-4B30-94C7-C5D776F5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MINI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41B28-1F13-47E7-B56E-696AADC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Aplikasi catatan belajar mengikat semua konsep dasar dalam satu latihan.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80561-A181-42C7-9E91-23A724C3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B5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D78EF-3BDD-4DFF-8E74-AC62D433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2BB65-174A-482C-9AB0-79EB2438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Model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4AB70-C672-45EA-BCEA-9C706E0C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title + description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F61BD-043B-4DB5-AB29-8F578005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6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5A725-5422-4B98-9732-C162D392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35B59-C1D2-4977-9815-3DBB0095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List catatan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C1000-4BB3-4F57-BC7E-6A629ADB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ListView.separated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1FC1D-4792-4A65-B77B-A9A9BA9B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8C2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94B56-8750-41A8-88D1-02FCEBDD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04CAD-94CA-4E88-B126-F6B63A33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Tambah catatan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11271-622D-4C08-93C5-08F4240D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TextField + 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C1B92-BC9C-46DF-871F-47A18BE3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F6F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58C50-1A92-4D46-A3A8-93642BDB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D339B-D890-4033-9C72-47141B72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Hapus catatan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431AD-956E-4028-A8B0-F39E4FCA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removeAt + SnackBar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33DA1-6221-445B-9DFD-3B74F3EC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814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6B9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68284-AD18-485D-9AC0-B9AC3059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814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D4FD1-F4C6-4614-9787-59F2E092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Navigasi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A0E4D-CD84-46D4-8258-D91D0012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push dan pop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2D747-1958-47CA-801B-A185CE6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32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5E415-4AFC-4C11-888F-11D66847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ED90E-74C9-422D-A0CB-1A631FE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90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80664E-F704-447B-938D-F463287B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F"/>
                </a:solidFill>
                <a:latin typeface="Aptos"/>
                <a:ea typeface="Aptos"/>
                <a:cs typeface="Aptos"/>
              </a:rPr>
              <a:t>wajib isi field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15CEA-29BC-4EE0-9DDF-90736FB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Latihan lanjutan: edit catatan, konfirmasi hapus, simpan lokal, lalu pisahkan file per fitur.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59EBD6-6B9E-4F99-8A61-66CE193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8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8083"/>
                </a:solidFill>
                <a:latin typeface="Aptos"/>
                <a:ea typeface="Aptos"/>
                <a:cs typeface="Aptos"/>
              </a:rPr>
              <a:t>Tutorial Flutter Dasar  |  11</a:t>
            </a:r>
          </a:p>
        </p:txBody>
      </p:sp>
    </p:spTree>
    <p:extLst>
      <p:ext uri="{BB962C8B-B14F-4D97-AF65-F5344CB8AC3E}">
        <p14:creationId xmlns:p14="http://schemas.microsoft.com/office/powerpoint/2010/main" val="1926645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2FE86-96AF-4B9B-BD9F-78898A2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5CDE51-2A8C-42A0-B206-C546C828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52E5D9-BC1E-4E3C-9FA6-D024B4F2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0039C-B86A-44FA-8137-7E1C044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Belajar Flutter paling stabil saat roadmap-nya bertahap dan praktis.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29450-C8A8-4ED1-86D7-E240363E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885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A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938EF-D72A-42F4-B8D6-537652CC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0F502-D093-4DEF-8CA5-812376B9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F2943-FA55-405C-9EE1-1CA92EC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Dart dasar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59335-0401-46AD-999B-DCC7C5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57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E2AA1-0ABA-4B65-9AF0-C1D7217D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CAEFF-EA8D-47C6-AC79-0EFEEE2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Widget &amp; layout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4F79F-3FDF-482A-BA01-CCAB2C8D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B8754-B20D-4EE3-831F-932BDEB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90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CB50D-81C8-4572-9F6E-A4EBD48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2C2C6-37C0-4890-A10A-6CF3FEE5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9297E-2A71-415E-AEC4-0A7ACE2B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7D1E0-BE53-40D8-9B82-343FD47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&amp;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25CA6-4CA1-4309-B900-DC840BD2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8DB89-D871-4F09-BB65-1ADB799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3485E-F386-4CD0-B0FD-5AF65A74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FB9D2-357F-41B3-96C9-F4C2F204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57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79B40-9C26-46ED-B2B2-7A8536E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90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C8A52-BC2C-4710-8449-D58ECE81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CRUD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DFD1C-5F94-4E6D-A1E0-3068AD32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28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7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7E7E8"/>
                </a:solidFill>
                <a:latin typeface="Aptos"/>
                <a:ea typeface="Aptos"/>
                <a:cs typeface="Aptos"/>
              </a:rPr>
              <a:t>Saran ritme: satu konsep, satu contoh kecil, satu modifikasi pribadi. Dari situ skill tumbuh lebih kuat daripada sekadar menonton tutorial.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33E38-E3DA-4231-9F5C-476B6C7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E1E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1E3"/>
                </a:solidFill>
                <a:latin typeface="Aptos"/>
                <a:ea typeface="Aptos"/>
                <a:cs typeface="Aptos"/>
              </a:rPr>
              <a:t>Tutorial Flutter Dasar  |  12</a:t>
            </a:r>
          </a:p>
        </p:txBody>
      </p:sp>
    </p:spTree>
    <p:extLst>
      <p:ext uri="{BB962C8B-B14F-4D97-AF65-F5344CB8AC3E}">
        <p14:creationId xmlns:p14="http://schemas.microsoft.com/office/powerpoint/2010/main" val="129976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2026-05-18T19:51:29.6020000Z</dcterms:created>
  <dcterms:modified xsi:type="dcterms:W3CDTF">2026-05-18T19:51:29.6030000Z</dcterms:modified>
</coreProperties>
</file>